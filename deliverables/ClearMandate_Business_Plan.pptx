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8a736545745c8" /><Relationship Type="http://schemas.openxmlformats.org/officeDocument/2006/relationships/extended-properties" Target="/docProps/app.xml" Id="R09037981cbf04949" /><Relationship Type="http://schemas.openxmlformats.org/officeDocument/2006/relationships/officeDocument" Target="/ppt/presentation.xml" Id="R20f49e21b6f7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0873699054cd7"/>
  </p:sldMasterIdLst>
  <p:notesMasterIdLst>
    <p:notesMasterId xmlns:r="http://schemas.openxmlformats.org/officeDocument/2006/relationships" r:id="R60638eb2babe4a39"/>
  </p:notesMasterIdLst>
  <p:sldIdLst>
    <p:sldId xmlns:r="http://schemas.openxmlformats.org/officeDocument/2006/relationships" id="256" r:id="Rcefa0d6c795c41de"/>
    <p:sldId xmlns:r="http://schemas.openxmlformats.org/officeDocument/2006/relationships" id="257" r:id="R310fa20b06a94311"/>
    <p:sldId xmlns:r="http://schemas.openxmlformats.org/officeDocument/2006/relationships" id="258" r:id="R0352018ce50b4b19"/>
    <p:sldId xmlns:r="http://schemas.openxmlformats.org/officeDocument/2006/relationships" id="259" r:id="R7cbbcb9fccef4069"/>
    <p:sldId xmlns:r="http://schemas.openxmlformats.org/officeDocument/2006/relationships" id="260" r:id="R32ff4a3ddfa247f4"/>
    <p:sldId xmlns:r="http://schemas.openxmlformats.org/officeDocument/2006/relationships" id="261" r:id="R17bacafe43804cbf"/>
    <p:sldId xmlns:r="http://schemas.openxmlformats.org/officeDocument/2006/relationships" id="262" r:id="R2ef3516eedc6448e"/>
    <p:sldId xmlns:r="http://schemas.openxmlformats.org/officeDocument/2006/relationships" id="263" r:id="R402457f735884513"/>
    <p:sldId xmlns:r="http://schemas.openxmlformats.org/officeDocument/2006/relationships" id="264" r:id="R60d259cae6054d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a2a5d8be0a47d1" /><Relationship Type="http://schemas.openxmlformats.org/officeDocument/2006/relationships/slideMaster" Target="/ppt/slideMasters/slideMaster1.xml" Id="R57a0873699054cd7" /><Relationship Type="http://schemas.openxmlformats.org/officeDocument/2006/relationships/notesMaster" Target="/ppt/notesMasters/notesMaster1.xml" Id="R60638eb2babe4a39" /><Relationship Type="http://schemas.openxmlformats.org/officeDocument/2006/relationships/presProps" Target="/ppt/presProps.xml" Id="R898db1de10b24cbc" /><Relationship Type="http://schemas.openxmlformats.org/officeDocument/2006/relationships/viewProps" Target="/ppt/viewProps.xml" Id="R2cdaac61e3c74d1f" /><Relationship Type="http://schemas.openxmlformats.org/officeDocument/2006/relationships/tableStyles" Target="/ppt/tableStyles.xml" Id="R906d81faf8234031" /><Relationship Type="http://schemas.openxmlformats.org/officeDocument/2006/relationships/slide" Target="/ppt/slides/slide1.xml" Id="Rcefa0d6c795c41de" /><Relationship Type="http://schemas.openxmlformats.org/officeDocument/2006/relationships/slide" Target="/ppt/slides/slide2.xml" Id="R310fa20b06a94311" /><Relationship Type="http://schemas.openxmlformats.org/officeDocument/2006/relationships/slide" Target="/ppt/slides/slide3.xml" Id="R0352018ce50b4b19" /><Relationship Type="http://schemas.openxmlformats.org/officeDocument/2006/relationships/slide" Target="/ppt/slides/slide4.xml" Id="R7cbbcb9fccef4069" /><Relationship Type="http://schemas.openxmlformats.org/officeDocument/2006/relationships/slide" Target="/ppt/slides/slide5.xml" Id="R32ff4a3ddfa247f4" /><Relationship Type="http://schemas.openxmlformats.org/officeDocument/2006/relationships/slide" Target="/ppt/slides/slide6.xml" Id="R17bacafe43804cbf" /><Relationship Type="http://schemas.openxmlformats.org/officeDocument/2006/relationships/slide" Target="/ppt/slides/slide7.xml" Id="R2ef3516eedc6448e" /><Relationship Type="http://schemas.openxmlformats.org/officeDocument/2006/relationships/slide" Target="/ppt/slides/slide8.xml" Id="R402457f735884513" /><Relationship Type="http://schemas.openxmlformats.org/officeDocument/2006/relationships/slide" Target="/ppt/slides/slide9.xml" Id="R60d259cae605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aa5f30828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a2b124b2249b3" /><Relationship Type="http://schemas.openxmlformats.org/officeDocument/2006/relationships/notesMaster" Target="/ppt/notesMasters/notesMaster1.xml" Id="R11f2aa7a6a4847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54e052a0f45b5" /><Relationship Type="http://schemas.openxmlformats.org/officeDocument/2006/relationships/notesMaster" Target="/ppt/notesMasters/notesMaster1.xml" Id="R9ef564968ce545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4259d722b14426" /><Relationship Type="http://schemas.openxmlformats.org/officeDocument/2006/relationships/notesMaster" Target="/ppt/notesMasters/notesMaster1.xml" Id="R9704d797f82448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f398a0a204a11" /><Relationship Type="http://schemas.openxmlformats.org/officeDocument/2006/relationships/notesMaster" Target="/ppt/notesMasters/notesMaster1.xml" Id="R33750157c6f84d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ea5f1785bc47fe" /><Relationship Type="http://schemas.openxmlformats.org/officeDocument/2006/relationships/notesMaster" Target="/ppt/notesMasters/notesMaster1.xml" Id="R9b4b8fbe9f94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f80e1f5094d06" /><Relationship Type="http://schemas.openxmlformats.org/officeDocument/2006/relationships/notesMaster" Target="/ppt/notesMasters/notesMaster1.xml" Id="Rf6dc737dfeee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264cb08e5143d6" /><Relationship Type="http://schemas.openxmlformats.org/officeDocument/2006/relationships/notesMaster" Target="/ppt/notesMasters/notesMaster1.xml" Id="Rf783c7fddc61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ef94091ba4485" /><Relationship Type="http://schemas.openxmlformats.org/officeDocument/2006/relationships/notesMaster" Target="/ppt/notesMasters/notesMaster1.xml" Id="R32f8400325be4a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3d0a518c2448d0" /><Relationship Type="http://schemas.openxmlformats.org/officeDocument/2006/relationships/notesMaster" Target="/ppt/notesMasters/notesMaster1.xml" Id="Rb9da3994e5ea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76139a706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00e18488f4607" /><Relationship Type="http://schemas.openxmlformats.org/officeDocument/2006/relationships/slideLayout" Target="/ppt/slideLayouts/slideLayout1.xml" Id="R3e3634bffdb843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634bffdb843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7d5d7e5994508" /><Relationship Type="http://schemas.openxmlformats.org/officeDocument/2006/relationships/notesSlide" Target="/ppt/notesSlides/notesSlide1.xml" Id="R77321f568d29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7bc73eb114229" /><Relationship Type="http://schemas.openxmlformats.org/officeDocument/2006/relationships/notesSlide" Target="/ppt/notesSlides/notesSlide2.xml" Id="R2bafe18ad81a46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6d3a835364884" /><Relationship Type="http://schemas.openxmlformats.org/officeDocument/2006/relationships/notesSlide" Target="/ppt/notesSlides/notesSlide3.xml" Id="Rfc91503d777c4e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6641798d34eab" /><Relationship Type="http://schemas.openxmlformats.org/officeDocument/2006/relationships/notesSlide" Target="/ppt/notesSlides/notesSlide4.xml" Id="R2f513f23a614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1dc002af4b7d" /><Relationship Type="http://schemas.openxmlformats.org/officeDocument/2006/relationships/notesSlide" Target="/ppt/notesSlides/notesSlide5.xml" Id="R586f62acd78e4c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a7d785c694bab" /><Relationship Type="http://schemas.openxmlformats.org/officeDocument/2006/relationships/notesSlide" Target="/ppt/notesSlides/notesSlide6.xml" Id="Rb150b130d18a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cf31e03b4886" /><Relationship Type="http://schemas.openxmlformats.org/officeDocument/2006/relationships/notesSlide" Target="/ppt/notesSlides/notesSlide7.xml" Id="R2de9d1153744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90d98d08a4b1c" /><Relationship Type="http://schemas.openxmlformats.org/officeDocument/2006/relationships/notesSlide" Target="/ppt/notesSlides/notesSlide8.xml" Id="R4e1a3c3e8f9d4b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99d9cd7884534" /><Relationship Type="http://schemas.openxmlformats.org/officeDocument/2006/relationships/notesSlide" Target="/ppt/notesSlides/notesSlide9.xml" Id="R979afd10d4de41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E4D895-6FD6-43E7-BE96-1DA0BC6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46DF7FD3-D8DD-4F1F-933D-72410CD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F30DB408-8757-4B1C-9EDF-7CD39219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TRUSTED AGENT 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52F9C-EC52-4966-99AC-B6FD5F8E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ClearMandate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D7194-324A-4DCC-990D-EAEFD867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AI agents that can spend - without losing human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87C92-FA0E-4E7A-AE99-4592B5C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523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 policy and compliance layer for verified procurement, A-Token payments, and audit-ready authorization.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30393-B875-4831-AB12-ED22DEB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3FBB5-9882-4832-BA51-1514711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MANDATE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E36C2-9FA7-4F5C-ACEF-D8DFF57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3865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FD05E-68CF-4231-8F14-9487DC8B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48175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AA1CA-F0AB-4C7D-8046-79D9F14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781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AA0DD-C856-46B5-90BC-B2407658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48175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803D8-87EE-4837-9D35-DB33AF53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386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367C6-BC37-49AE-BBAA-B131ECC1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48175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3D032-6D57-4357-BB2B-7B2E4AF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4850"/>
            <a:ext cx="4000500" cy="5238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E71A4-BBC1-4B36-9975-81AC77BC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47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PURCHASE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60268-7180-4D16-B430-2A5F5BBD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"Buy $80 of cloud credits from an approved vendor."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C22F3-2247-4F27-9C62-46EEA94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7B129-D950-4659-93CC-DEC7B9D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33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671B2-6AEC-46E8-B9C3-DA33B796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33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FC27D-0069-4C35-B710-0290F19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Principal 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C2017-9A7A-4926-BC12-F944638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428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A-Pass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F0852-0933-4E80-8B4F-CF4FC370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28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62E22-ED8D-4674-8A67-5A707B8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28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31DE8-8CBA-47D6-A03F-7FECEDC2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1942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Mandate checked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15000-7807-46CA-8A2C-F815DC8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67075"/>
            <a:ext cx="2428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$100 limit |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179A1-0B9F-496E-ACA5-328B404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24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4B4950-E8B9-4788-B9F7-E6F81D6B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242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1E002-C14E-451E-AC9A-D75F86EC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Vendor verified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8113E4-87A6-4DA5-848A-F4D06B2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2428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Eligible counterparty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E4E3B-2C94-458F-BD82-4F0CD71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419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EF262-2290-488A-891F-AB403B81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419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C0381D-8831-41A2-B73A-293FD4B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007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Payment authorized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54CEEE-4926-449E-B127-E8E8D82D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57725"/>
            <a:ext cx="2428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A-Token settlement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B1E0B-864F-4BBA-A91A-FA64FBB9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2619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3D989-DE91-447C-A857-EACA6A1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29225"/>
            <a:ext cx="2390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AUDIT RECEIPT READY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BB46E-CD93-4E38-922F-836A5B3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Cleanverse Build 2026 | Trusted AI Agent Transactions</a:t>
            </a:r>
          </a:p>
        </p:txBody>
      </p:sp>
    </p:spTree>
    <p:extLst>
      <p:ext uri="{BB962C8B-B14F-4D97-AF65-F5344CB8AC3E}">
        <p14:creationId xmlns:p14="http://schemas.microsoft.com/office/powerpoint/2010/main" val="19940613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59D40-1A57-459A-B304-4C3CC443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F8F698B8-58A0-485B-8264-88973804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7E343F5-8DEA-4CBC-868B-530A7D9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THE TRUST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F042-9DD2-47DA-AB81-BE8A0B3A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Autonomous procurement breaks where financial accountability begins.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55B23-F958-46A1-8EE9-FEC9BCC2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31165-7D6B-4E4D-BF38-592E279D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205DE-E1C3-42E7-A7CD-A372DE35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TODAY: AGENT WITH A WALLET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CB19F-BFA8-4D65-BFE2-B35C943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DC10D-B037-4D33-A9C2-B0A43BA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908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B39FE-74AF-4893-8011-EA17233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098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C2476-337D-4281-9F62-9BAF3A07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3CDC0-2133-443F-AE4C-F7EB79A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Explanation 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0D224-8E88-4113-89BE-92965B3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381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124A3-3118-40A9-9146-4991606D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No verified principal</a:t>
            </a:r>
          </a:p>
          <a:p xmlns:a="http://schemas.openxmlformats.org/drawingml/2006/main">
            <a:pPr algn="l">
              <a:defRPr sz="13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No enforceable budget</a:t>
            </a:r>
          </a:p>
          <a:p xmlns:a="http://schemas.openxmlformats.org/drawingml/2006/main">
            <a:pPr algn="l">
              <a:defRPr sz="13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No counterparty eligibility check</a:t>
            </a:r>
          </a:p>
          <a:p xmlns:a="http://schemas.openxmlformats.org/drawingml/2006/main">
            <a:pPr algn="l">
              <a:defRPr sz="13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No proof of delegated authority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53993-CE31-4A11-8348-B64A6758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C7B2F-2D33-49BD-A62D-F96FFB4C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955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WITH CLEARMANDATE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2C076-3AF7-4EE9-97F9-CB8AC13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9631B-01C3-4026-B75E-88E7B09B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Who authorized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73626-9370-4DCB-93F5-EB4D02F7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Principal + signed mandate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AECC1-4FEF-43D2-A83A-3A4FB21B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956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DC72D-FFE2-4F20-A690-DAD57AA0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Was it permitted?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FE78D-A5D6-49EC-B31C-9723DE28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Amount, vendor, category, expiry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5AB2C-A56C-4852-BDFE-444F959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95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1E4AA-7625-4EE8-B84A-B058494D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Could they receive?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47B6A-5648-4241-A333-5B500B91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A-Pass counterparty 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3AEDB-3849-4107-ADF2-85B012E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434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123ED-5867-421B-9D0F-925099A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Can it be proven?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8290C5-AA1F-4574-B1BC-0A90DE5A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01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Transaction + policy decision 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146EE2-D7AA-4FD7-8559-45B57C9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4483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4352DD-9123-481D-BFCD-8C17598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388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The product is not another agent. It is the control plane that makes agent spending deployable.</a:t>
            </a:r>
          </a:p>
        </p:txBody>
      </p:sp>
    </p:spTree>
    <p:extLst>
      <p:ext uri="{BB962C8B-B14F-4D97-AF65-F5344CB8AC3E}">
        <p14:creationId xmlns:p14="http://schemas.microsoft.com/office/powerpoint/2010/main" val="115333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EA47C-626A-4306-A66A-7661F092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29D3ECE-FBAC-4C9A-A3EC-771676B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B6193B2A-75C8-4245-8167-660F4418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06FE7-E055-4842-87E5-ECC10241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One mandate governs the full path from request to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0CFCC-2D20-41F0-B473-A5AE531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BA6E4-EA28-4F43-9799-261D7F5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7E94B-0257-4F7A-8A69-D8A3569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40CD7-B026-41F3-B3DF-33366589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A8D09-CA3A-4001-82D1-8D38A2C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8A463-DB04-4570-AA9D-3262A44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C82F5-9B42-4FA0-8388-55914E43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86150-BF99-483A-ACB8-30120EFE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Assign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E909D-829D-4053-9B55-2D08339D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1562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Human defines outcome, budget, category, vendors, and expiry.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E74D7-8DC6-4E14-9148-29F0E4E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2FD00-9298-4F93-9272-31072E2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54706-CD69-4B96-9D67-59160BA0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7908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E4FE-0A54-46A5-83ED-0D8D73E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24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7178B-68A3-4EE1-A60D-72D076C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76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F0915-C04A-4856-8AB0-A0BC92E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29025"/>
            <a:ext cx="1562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Agent searches approved offers or invokes an x402 service.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4EDB4-B76B-4892-A6CC-385393A6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19217-EDE4-4197-A950-42B2916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4C2A8-FDA5-465A-BD00-81BD9C0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908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BE3CE-5FD9-4081-8AC4-A2276657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24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EDB59-47AB-40D3-84D3-74302B17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76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7C666-20FC-4A83-B560-9B64B6C6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29025"/>
            <a:ext cx="1562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Principal and counterparty A-Pass status are checked.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53B2F-7CF2-446E-B8C9-47DC365C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7160B-0803-405E-8C2B-A5E3F624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32525-7D80-4B6B-97B9-7F57B550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908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42DF9-B2FD-4A16-A42E-6C4DE97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24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BA3EB-857A-4809-805E-42BD6F68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76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Authorize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6E3E0-7852-408E-8854-6F20760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29025"/>
            <a:ext cx="1562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Policy engine evaluates amount, purpose, and approval threshold.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620F52-B6AC-4F13-8088-4F1D081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8B7A1-EAA5-4A98-ADA8-37DDCB9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A7F5A4-9DA3-44C4-BF7D-D6C5AA9E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908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966B3A-704A-4FCB-AD97-2BF1A987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F771A6-BD9B-451C-BA56-69E1BE2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Settle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7F0BB5-454C-4244-A3AB-B6111F77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29025"/>
            <a:ext cx="1562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Payment executes with compliant A-Token rails.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17C83-F787-44F0-B279-979E03B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24490-8B35-4629-B729-AF39BA7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A94575-65E6-4A18-9550-9F69644D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908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C42B24-85CF-4350-96C8-A71DED5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24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5BC667-58E2-4606-BBEA-CE0FB10D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766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492FA5-A3BC-4A4B-9EAB-CD1E135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29025"/>
            <a:ext cx="1562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Decision inputs, authorization, and transaction are bundled.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583522-03A1-45D8-A0FF-35D6304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11001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7B94DE-1A32-4B34-A482-896CE14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MANDATE OBJECT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C77726-9DEF-4D04-9F7A-B1A7389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81600"/>
            <a:ext cx="8715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4F0E8"/>
                </a:solidFill>
                <a:latin typeface="Aptos Mono"/>
                <a:ea typeface="Aptos Mono"/>
                <a:cs typeface="Aptos Mono"/>
              </a:rPr>
              <a:t>principal: 0x...91C  |  limit: 100 USDC  |  category: cloud  |  vendors: verified only  |  expires: 24h  |  approval: &gt;75 USDC</a:t>
            </a:r>
          </a:p>
        </p:txBody>
      </p:sp>
    </p:spTree>
    <p:extLst>
      <p:ext uri="{BB962C8B-B14F-4D97-AF65-F5344CB8AC3E}">
        <p14:creationId xmlns:p14="http://schemas.microsoft.com/office/powerpoint/2010/main" val="8731042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8A382-4974-4BBF-ACD5-9A1EA289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A44D30A-27A4-449F-90D7-35425915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023D6BC6-5FA4-4AD9-B262-5014597E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44D5F-2B3A-499B-A977-CBC1EE4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The demo makes every trust decision visible before money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DEF57-FEEB-4D3F-B2C7-09CF86C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763D0-50F6-49EA-99AE-84FBC284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D4CC-6106-4C76-95EF-40E0937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664B5-E4FE-4BE2-9D9B-513C378A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F298A-D583-4A1D-B223-D47842A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Issue the mandate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BC151-922C-426F-82EA-04F8E41E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F5949-FF7A-45D0-92D1-A83C18BB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628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"Buy cloud credits under $100 from a verified vendor."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7C054-8542-4B4D-9698-B8A83C6F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188BD-23FC-4B24-BB5F-13107CCB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SIGNED BY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2EF78-49BE-45BB-90B8-33584BD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5740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80416-750E-4905-AB7E-CADFC30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57F8-C6E0-44FE-9825-82E7A36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Agent proposes 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19111-2573-4B3E-86C9-1E142BD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60850-51E6-4534-B93B-6416ECCA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2628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Vendor: NovaCompute</a:t>
            </a:r>
          </a:p>
          <a:p xmlns:a="http://schemas.openxmlformats.org/drawingml/2006/main">
            <a:pPr algn="l">
              <a:defRPr sz="127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Amount: 80 USDC</a:t>
            </a:r>
          </a:p>
          <a:p xmlns:a="http://schemas.openxmlformats.org/drawingml/2006/main">
            <a:pPr algn="l">
              <a:defRPr sz="127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Purpose: cloud credits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D31C8-46A6-4202-8092-68DEB2F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053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5C278-69A6-45A6-8BD4-6B87EF0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14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APPROVAL REQUIRED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4D1A0-B615-43E7-8C0D-B76CEEBC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5740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D911E-FD7B-4127-B98F-F6E9B00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7C630-C90C-411C-8148-C82143C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76525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Receipt proves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7B0EB-568A-495A-8C45-ACF9E1AA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9C4E9-6876-412B-B3D2-4A649612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628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A-Pass verified</a:t>
            </a:r>
          </a:p>
          <a:p xmlns:a="http://schemas.openxmlformats.org/drawingml/2006/main">
            <a:pPr algn="l">
              <a:defRPr sz="12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Mandate passed</a:t>
            </a:r>
          </a:p>
          <a:p xmlns:a="http://schemas.openxmlformats.org/drawingml/2006/main">
            <a:pPr algn="l">
              <a:defRPr sz="12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A-Token transaction</a:t>
            </a:r>
          </a:p>
          <a:p xmlns:a="http://schemas.openxmlformats.org/drawingml/2006/main">
            <a:pPr algn="l">
              <a:defRPr sz="1275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Audit bundle created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F14A28-FD6B-47A7-9353-280926B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05375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A2239-7494-4E7F-AAFB-8DE9E6F2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PAYMENT VERIFIED</a:t>
            </a:r>
          </a:p>
        </p:txBody>
      </p:sp>
    </p:spTree>
    <p:extLst>
      <p:ext uri="{BB962C8B-B14F-4D97-AF65-F5344CB8AC3E}">
        <p14:creationId xmlns:p14="http://schemas.microsoft.com/office/powerpoint/2010/main" val="19098487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FF0AD-ED5C-40DD-9A39-F545561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B9F05691-07E7-4563-8CB4-2699700D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7111478-6BDF-4521-A197-E0A2C26D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8AEBB-C711-4A59-A797-626D2FD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Compliance is an execution layer, not a post-transaction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8AF19-3489-45CB-99F3-0998E33A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21321-6E9F-4D0A-9224-451C13B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B840C-5B59-4115-9940-054CC669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15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4FD3B-CC92-4F24-ABE6-5E3370DE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AGENT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08DFC-8A6F-4BF2-A9CC-EAC3B9CC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81225"/>
            <a:ext cx="718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Chat task  |  MCP tool  |  x402 purchase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B360D-4B7D-4CE9-B8E3-C76ACF7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71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2A42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3F230-D895-4779-A9B2-B334DCB1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CLEARMANDATE CONTROL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59343-BE72-4AEF-A0B6-46DE5495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718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Mandate store  |  Policy evaluator  |  Approval router  |  Evidence bundle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D1085-F5E9-4CBE-AC26-2FD7051C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71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62C"/>
          </a:solidFill>
          <a:ln xmlns:a="http://schemas.openxmlformats.org/drawingml/2006/main" w="19050">
            <a:solidFill>
              <a:srgbClr val="7CFF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02FBE-7D6E-4604-B283-EF34F41B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148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CLEANVERSE TRUST PRIMITIVES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142B3-302F-48E2-8C01-23C6D05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95775"/>
            <a:ext cx="7181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A-Pass verification  |  A-Token eligibility  |  Transaction query  |  Travel Rule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74588-FFAC-45A1-827C-F064C1A9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715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A2C19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6A337-BAAB-41A3-97EA-2561855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SETTLEMENT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A6BEF-ADE7-40D8-8262-175ABBE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34025"/>
            <a:ext cx="718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Monad / supported chain  |  compliant payment  |  immutable transaction reference</a:t>
            </a:r>
          </a:p>
        </p:txBody>
      </p:sp>
    </p:spTree>
    <p:extLst>
      <p:ext uri="{BB962C8B-B14F-4D97-AF65-F5344CB8AC3E}">
        <p14:creationId xmlns:p14="http://schemas.microsoft.com/office/powerpoint/2010/main" val="15371198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DDFD5-C07A-44EF-BFF5-770FCF97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942092F-8B0B-4A37-AF86-A3CD2E2B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5E57C34F-F3D8-44D1-8AFD-2C4C26A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CLEANVERSE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72640-7534-4604-887A-2A856C87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Cleanverse supplies the identity, asset, and audit primitives.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FC907-1344-4C6B-8FD1-51963C96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4F5E9-D67B-4751-AC62-28DBAA45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22A7D-5148-4E1F-B1C8-8A75064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PRODUCT 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3952-D0E0-4970-B81E-C5303C9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23424-F0C0-40E1-9FF1-F848CA6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CLEANVERSE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C6955-DC8D-4E4F-9FFF-ED42877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CA12B-8502-4E1C-B610-D8F419BC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EF557-6312-400F-BA90-95F36A25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84CF-E7C1-4A6B-A9FF-EBE5C0FA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USER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01FD3-E527-4226-A11E-3236AF9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5F528-092E-4FFD-AFD6-BE39947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8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47597-ED0B-436B-9B89-2D0D03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Before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D34F8-80A0-46AC-91D2-68B0FD2D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67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Query / Verify A-Pass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45CC2-975A-4B92-AB09-F3D563F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533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Is the principal active and eligible?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4BC95-1B3C-4AB3-9C66-A8F3451D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Verified principal badge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E449E-0956-4CDE-851F-ACA69E7A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1128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52CD7-FAB5-497B-9E74-4B7EAA0B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Before payment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7F895-9950-4B24-8353-452DB176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28975"/>
            <a:ext cx="267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Verify counterparty A-Pass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E849B-4E4F-474F-A859-EC5D66AF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2533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Can this wallet receive compliant assets?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CD700-A77C-4BCD-8F5D-02C12ED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289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Counterparty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147E0-35F0-4325-92F0-7D42860F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128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C06DC-1F68-4734-991C-84C6C428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At settlement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E6505-B360-4887-8BA4-9EDEC77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267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A-Token compliance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83FA1-5874-455E-A297-18F3AE9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2533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Does the transfer satisfy asset policy?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F554D-7E8D-449A-BB85-084DA19B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86200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Transaction 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74D74-84F3-453D-A249-05983267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1128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3FE22F-5576-49B7-86E2-4F82F06D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After settlement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1F50DD-68DD-46BA-BE67-18D73AD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43425"/>
            <a:ext cx="267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Query Transactions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D7EE62-5696-4BED-8BF5-AAA5343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533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Did the intended payment finalize?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630E6-84DC-40D2-93AD-3CF0664A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4342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Status + tx hash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890DBF-5F0E-4125-81CE-2117764A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8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591806-BC0C-4E0F-A3AD-4A9D78C7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For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E62591-651E-44EC-BBF4-229904EC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2676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Download Travel Rule 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175CC-E2A9-460F-930E-FB0FA58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2533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Can the transfer be reconstructed?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5A50BC-3449-4E24-9A95-13D67A2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00650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Audit-ready bundle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57FC7-4E10-4515-A465-F73B4C3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Implementation note: api-id authentication; encrypted request bodies are handled server-side so agent clients never receive the API key.</a:t>
            </a:r>
          </a:p>
        </p:txBody>
      </p:sp>
    </p:spTree>
    <p:extLst>
      <p:ext uri="{BB962C8B-B14F-4D97-AF65-F5344CB8AC3E}">
        <p14:creationId xmlns:p14="http://schemas.microsoft.com/office/powerpoint/2010/main" val="11579209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DD27F8-B4B0-4BEA-A987-E3D81511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07E3053-9ADF-4B32-B473-BC175352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B352CA78-8CDC-4F60-9423-BABE2ECA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COMMERCIAL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7A5C2-F992-4294-ADC2-808CC706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The first buyer is a finance team managing agent-driven spend.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73A9-DC79-4115-880D-D9E84AC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07DE7-D246-414D-9925-22F25220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5103E-3C23-4199-BDCD-682AA8A2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7017D-199C-44C4-B160-8F68F47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AI-first companies using agents for procurement, API access, vendor payments, and operational tasks.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0292B-4943-4070-A104-A48258A0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Economic buyer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1FAB1-A53D-4128-8E81-258D856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CFO / Head of Finance / Platform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42F22-481B-41C4-99A3-06193F3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Why they buy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09B89-2A21-4EC2-92F8-932A5958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More automation without surrendering spend control, counterparty standards, or auditability.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C99B8-AEDB-43B3-B240-92766AB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91125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6539A-A4BF-47B7-AB30-FA855370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REVENUE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83183-5854-42FB-90EB-1DC93B0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E6D21-B38C-4137-9DBE-D12F5E54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$99 / month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A46F2-278E-408E-9338-1E6F1D1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Mandates, approvals, sandbox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0402D-425E-47A1-9C5D-0662F93D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42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8243C-A334-444B-B4A9-D2AAFDB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0B8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6D78A-2566-4767-A017-113B39F2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$499 / 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AB142-31F6-408C-91E4-CD3947B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24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Teams, policy templates, audit exports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4DB9C-E04B-4B00-BA62-2C56E321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42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F45A5-353D-4AC7-8E11-6DAAD33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11C28-616F-4FCC-8E7E-0BAB5DD9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Usage +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F355A-97DC-490D-8098-5E3F287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006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Embedded API, compliance integrations, SLA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06A73-B958-4ED0-A32E-8654991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43500"/>
            <a:ext cx="3857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FC705-3DC8-4D84-9967-F8C899A6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53025"/>
            <a:ext cx="3629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LAND WITH CONTROL. EXPAND WITH VOLUME.</a:t>
            </a:r>
          </a:p>
        </p:txBody>
      </p:sp>
    </p:spTree>
    <p:extLst>
      <p:ext uri="{BB962C8B-B14F-4D97-AF65-F5344CB8AC3E}">
        <p14:creationId xmlns:p14="http://schemas.microsoft.com/office/powerpoint/2010/main" val="11512989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F1402-D731-4585-8C6A-704370B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CDD627C5-83DB-4E80-9E5B-157BD7A1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9907444-233C-4588-89EA-149CE9D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66178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D482D-9384-4043-B44D-68F570D1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0B1020"/>
                </a:solidFill>
                <a:latin typeface="Georgia"/>
                <a:ea typeface="Georgia"/>
                <a:cs typeface="Georgia"/>
              </a:rPr>
              <a:t>Distribution starts with platforms already exposing agent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21412-C749-46D9-9859-616DCABA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0F9D4-5CB7-45CD-95A2-6D58F67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368D0-4DB9-4602-BEA8-C89BA8C8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286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6CF1A-D372-431F-A9FF-AABD6D5A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76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0E8"/>
                </a:solidFill>
                <a:latin typeface="Aptos"/>
                <a:ea typeface="Aptos"/>
                <a:cs typeface="Aptos"/>
              </a:rPr>
              <a:t>CLEARMANDATE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55202-18AB-43FF-A4B3-FF33B1FC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38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CFFB2"/>
                </a:solidFill>
                <a:latin typeface="Aptos"/>
                <a:ea typeface="Aptos"/>
                <a:cs typeface="Aptos"/>
              </a:rPr>
              <a:t>trusted spend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33061-5DB7-4949-BD50-0587B5D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2524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5B13F-81C1-4730-963B-4630F4DD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AGENT FRAMEWORKS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2FCDD-ADC7-4E59-A289-CE3E66C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9082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MCP tools and SDK integrations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CBD29-FABB-4010-BF53-61A7BFDB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2524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E5DA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1BA9D-8A4F-404A-8DD6-588DCB0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95550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PAYMENT PROVIDERS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AEEB3-DC09-45F1-968C-B54F74DC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9082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Compliant settlement 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24012-A1DD-4176-AED9-F5DD0AD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2524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AA0A3-AF71-4618-B4A2-F908DE5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48225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FINANCE 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040EA-4427-4536-9C0E-6C9BD6D9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Design partners and policy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42ACC-4AB6-4C91-BF14-693993B6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86300"/>
            <a:ext cx="2524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E5DA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AC4B0-C13A-476E-82A1-36832E9F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48225"/>
            <a:ext cx="2143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MERCHANTS / APIs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FA294-56D5-40A3-83EB-1EFD0526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435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Verified supply for agent purchases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EF613-E170-40F7-8D7F-5850083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527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E9822-C5CF-48F2-B2F1-35818329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52725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3E451-8264-488F-BC0C-E803184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14350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EE509-5F74-4F3F-8F2D-499074BD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435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96D0B-3D45-441F-A041-9CFC212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383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1. Embed where agents 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24103-1C86-4806-AD63-FF482A47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829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2. Prove control with design partners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DE653B-FB40-4BED-ADB3-EB6125AC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531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661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178"/>
                </a:solidFill>
                <a:latin typeface="Aptos"/>
                <a:ea typeface="Aptos"/>
                <a:cs typeface="Aptos"/>
              </a:rPr>
              <a:t>3. Convert transaction volume into platform contracts</a:t>
            </a:r>
          </a:p>
        </p:txBody>
      </p:sp>
    </p:spTree>
    <p:extLst>
      <p:ext uri="{BB962C8B-B14F-4D97-AF65-F5344CB8AC3E}">
        <p14:creationId xmlns:p14="http://schemas.microsoft.com/office/powerpoint/2010/main" val="18458032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845BF-D96A-474E-B6B6-402057B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5FB96EA1-BB33-4FDA-946B-35C68F8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E580A19C-FD87-4A86-BF66-9C539B7D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BUILD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C7506-6E2B-4D99-81E4-B5F11DB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A focused 48-hour build proves the hardest transaction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933C2-D083-45DA-B6A3-4D758537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ClearMandate | Cleanverse Trusted AI Agent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3E1E9-337F-402A-A0D4-950A407F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9476D-EB9F-4463-AE8D-812CC219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4574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827FF-BCE3-4E18-8E0D-6DA8A50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0-8H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BFE9A-79F5-4889-A13F-999FF83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F4301-C231-4A16-8E1C-847BDAE1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981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Mandate schema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Policy evaluator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Mock vendor 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EA16D-F425-467C-8DEA-149BB841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4574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4C049-F2A3-42E8-9135-A627B90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8-20H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28049-8A10-40A0-BE8B-499A358C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987D5-2278-44EA-9A0A-2F78DC14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71825"/>
            <a:ext cx="1981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Cleanverse client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A-Pass checks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Encrypted server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E8C16-B80C-491D-A7AE-11B2F6ED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24574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3A2C19"/>
          </a:solidFill>
          <a:ln xmlns:a="http://schemas.openxmlformats.org/drawingml/2006/main" w="19050">
            <a:solidFill>
              <a:srgbClr val="FFBF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DA0CB-691E-420A-85E7-5412BD6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20-34H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76A86-690A-4EB6-B960-3A57E12A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Transaction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D9BE2-6CF3-43BF-9654-262E6F8E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1981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Agent tool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Approval handoff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Sandbox payment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A2CB9-A3D6-41A0-980B-4B6A71A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4574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51D33"/>
          </a:solidFill>
          <a:ln xmlns:a="http://schemas.openxmlformats.org/drawingml/2006/main" w="9525">
            <a:solidFill>
              <a:srgbClr val="2933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23672-4C98-40F6-A69C-08E3A0AD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34-48H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4CE0E-68EF-43AD-B054-0F051B2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57475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0E8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4F0E8"/>
                </a:solidFill>
                <a:latin typeface="Georgia"/>
                <a:ea typeface="Georgia"/>
                <a:cs typeface="Georgia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56EAA-CD51-4AB7-8797-67E5DA6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71825"/>
            <a:ext cx="1981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Audit receipt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Demo polish</a:t>
            </a:r>
          </a:p>
          <a:p xmlns:a="http://schemas.openxmlformats.org/drawingml/2006/main">
            <a:pPr algn="l">
              <a:defRPr sz="1200" b="0">
                <a:solidFill>
                  <a:srgbClr val="95A0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5A0B8"/>
                </a:solidFill>
                <a:latin typeface="Aptos"/>
                <a:ea typeface="Aptos"/>
                <a:cs typeface="Aptos"/>
              </a:rPr>
              <a:t>Failure-path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D2591-DAF5-48B9-978E-1EE08DF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FFB2"/>
                </a:solidFill>
                <a:latin typeface="Aptos"/>
                <a:ea typeface="Aptos"/>
                <a:cs typeface="Aptos"/>
              </a:rPr>
              <a:t>DEMO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CE2FB-7A74-48EF-BDE1-653DA97B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3620D-2AAF-44D1-8584-0823668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C99AE-9CBC-4AAB-BB79-F92C9009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A mandate blocks an out-of-policy payment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B620F-AC2B-489C-873D-563EA7B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768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3A4EB0-2A66-4C16-834B-824BD0E5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673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5F1DF-118A-40E9-9C95-213B2F60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A-Pass status changes the execution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A9FBD-7A38-4189-8DB5-2C2DB70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EC606-CA55-4FDC-8E67-0033B03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50769-5520-4EA5-BAF9-DAD2ACA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An approved payment returns a transaction reference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623CB5-B2FA-42D5-9016-97E21510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0547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C42CFC-0EBC-40EA-8D7D-0C2CBA35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95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98F387-4CC7-4274-AB69-DA2FB95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86425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8"/>
                </a:solidFill>
                <a:latin typeface="Aptos"/>
                <a:ea typeface="Aptos"/>
                <a:cs typeface="Aptos"/>
              </a:rPr>
              <a:t>The user downloads one complete evidence bundle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3D368-6C5D-4CCF-ABCA-291BDC8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53150"/>
            <a:ext cx="3381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07C50-6BF5-4233-BB84-3D477A43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62675"/>
            <a:ext cx="3152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FROM INTENT TO AUDITABLE PAYMENT</a:t>
            </a:r>
          </a:p>
        </p:txBody>
      </p:sp>
    </p:spTree>
    <p:extLst>
      <p:ext uri="{BB962C8B-B14F-4D97-AF65-F5344CB8AC3E}">
        <p14:creationId xmlns:p14="http://schemas.microsoft.com/office/powerpoint/2010/main" val="586995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2026-06-11T15:35:16.4590000Z</dcterms:created>
  <dcterms:modified xsi:type="dcterms:W3CDTF">2026-06-11T15:35:16.4590000Z</dcterms:modified>
</coreProperties>
</file>