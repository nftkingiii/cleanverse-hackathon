
<file path=[Content_Types].xml><?xml version="1.0" encoding="utf-8"?>
<Types xmlns="http://schemas.openxmlformats.org/package/2006/content-types">
  <Default Extension="png" ContentType="image/png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c8a736545745c8" /><Relationship Type="http://schemas.openxmlformats.org/officeDocument/2006/relationships/extended-properties" Target="/docProps/app.xml" Id="R09037981cbf04949" /><Relationship Type="http://schemas.openxmlformats.org/officeDocument/2006/relationships/officeDocument" Target="/ppt/presentation.xml" Id="R20f49e21b6f746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a0873699054cd7"/>
  </p:sldMasterIdLst>
  <p:notesMasterIdLst>
    <p:notesMasterId xmlns:r="http://schemas.openxmlformats.org/officeDocument/2006/relationships" r:id="R60638eb2babe4a39"/>
  </p:notesMasterIdLst>
  <p:sldIdLst>
    <p:sldId xmlns:r="http://schemas.openxmlformats.org/officeDocument/2006/relationships" id="256" r:id="Rcefa0d6c795c41de"/>
    <p:sldId xmlns:r="http://schemas.openxmlformats.org/officeDocument/2006/relationships" id="257" r:id="R310fa20b06a94311"/>
    <p:sldId xmlns:r="http://schemas.openxmlformats.org/officeDocument/2006/relationships" id="258" r:id="R0352018ce50b4b19"/>
    <p:sldId xmlns:r="http://schemas.openxmlformats.org/officeDocument/2006/relationships" id="259" r:id="R7cbbcb9fccef4069"/>
    <p:sldId xmlns:r="http://schemas.openxmlformats.org/officeDocument/2006/relationships" id="260" r:id="R32ff4a3ddfa247f4"/>
    <p:sldId xmlns:r="http://schemas.openxmlformats.org/officeDocument/2006/relationships" id="261" r:id="R17bacafe43804cbf"/>
    <p:sldId xmlns:r="http://schemas.openxmlformats.org/officeDocument/2006/relationships" id="262" r:id="R2ef3516eedc6448e"/>
    <p:sldId xmlns:r="http://schemas.openxmlformats.org/officeDocument/2006/relationships" id="263" r:id="R402457f735884513"/>
    <p:sldId xmlns:r="http://schemas.openxmlformats.org/officeDocument/2006/relationships" id="264" r:id="R60d259cae6054d05"/>
    <p:sldId xmlns:r="http://schemas.openxmlformats.org/officeDocument/2006/relationships" id="265" r:id="Rcmdemo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a2a5d8be0a47d1" /><Relationship Type="http://schemas.openxmlformats.org/officeDocument/2006/relationships/slideMaster" Target="/ppt/slideMasters/slideMaster1.xml" Id="R57a0873699054cd7" /><Relationship Type="http://schemas.openxmlformats.org/officeDocument/2006/relationships/notesMaster" Target="/ppt/notesMasters/notesMaster1.xml" Id="R60638eb2babe4a39" /><Relationship Type="http://schemas.openxmlformats.org/officeDocument/2006/relationships/presProps" Target="/ppt/presProps.xml" Id="R898db1de10b24cbc" /><Relationship Type="http://schemas.openxmlformats.org/officeDocument/2006/relationships/viewProps" Target="/ppt/viewProps.xml" Id="R2cdaac61e3c74d1f" /><Relationship Type="http://schemas.openxmlformats.org/officeDocument/2006/relationships/tableStyles" Target="/ppt/tableStyles.xml" Id="R906d81faf8234031" /><Relationship Type="http://schemas.openxmlformats.org/officeDocument/2006/relationships/slide" Target="/ppt/slides/slide1.xml" Id="Rcefa0d6c795c41de" /><Relationship Type="http://schemas.openxmlformats.org/officeDocument/2006/relationships/slide" Target="/ppt/slides/slide2.xml" Id="R310fa20b06a94311" /><Relationship Type="http://schemas.openxmlformats.org/officeDocument/2006/relationships/slide" Target="/ppt/slides/slide3.xml" Id="R0352018ce50b4b19" /><Relationship Type="http://schemas.openxmlformats.org/officeDocument/2006/relationships/slide" Target="/ppt/slides/slide4.xml" Id="R7cbbcb9fccef4069" /><Relationship Type="http://schemas.openxmlformats.org/officeDocument/2006/relationships/slide" Target="/ppt/slides/slide5.xml" Id="R32ff4a3ddfa247f4" /><Relationship Type="http://schemas.openxmlformats.org/officeDocument/2006/relationships/slide" Target="/ppt/slides/slide6.xml" Id="R17bacafe43804cbf" /><Relationship Type="http://schemas.openxmlformats.org/officeDocument/2006/relationships/slide" Target="/ppt/slides/slide7.xml" Id="R2ef3516eedc6448e" /><Relationship Type="http://schemas.openxmlformats.org/officeDocument/2006/relationships/slide" Target="/ppt/slides/slide8.xml" Id="R402457f735884513" /><Relationship Type="http://schemas.openxmlformats.org/officeDocument/2006/relationships/slide" Target="/ppt/slides/slide9.xml" Id="R60d259cae6054d05" /><Relationship Type="http://schemas.openxmlformats.org/officeDocument/2006/relationships/slide" Target="/ppt/slides/slide10.xml" Id="Rcmdemo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aa5f308284c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a2b124b2249b3" /><Relationship Type="http://schemas.openxmlformats.org/officeDocument/2006/relationships/notesMaster" Target="/ppt/notesMasters/notesMaster1.xml" Id="R11f2aa7a6a4847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54e052a0f45b5" /><Relationship Type="http://schemas.openxmlformats.org/officeDocument/2006/relationships/notesMaster" Target="/ppt/notesMasters/notesMaster1.xml" Id="R9ef564968ce545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4259d722b14426" /><Relationship Type="http://schemas.openxmlformats.org/officeDocument/2006/relationships/notesMaster" Target="/ppt/notesMasters/notesMaster1.xml" Id="R9704d797f82448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f398a0a204a11" /><Relationship Type="http://schemas.openxmlformats.org/officeDocument/2006/relationships/notesMaster" Target="/ppt/notesMasters/notesMaster1.xml" Id="R33750157c6f84d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ea5f1785bc47fe" /><Relationship Type="http://schemas.openxmlformats.org/officeDocument/2006/relationships/notesMaster" Target="/ppt/notesMasters/notesMaster1.xml" Id="R9b4b8fbe9f94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f80e1f5094d06" /><Relationship Type="http://schemas.openxmlformats.org/officeDocument/2006/relationships/notesMaster" Target="/ppt/notesMasters/notesMaster1.xml" Id="Rf6dc737dfeee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264cb08e5143d6" /><Relationship Type="http://schemas.openxmlformats.org/officeDocument/2006/relationships/notesMaster" Target="/ppt/notesMasters/notesMaster1.xml" Id="Rf783c7fddc61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aef94091ba4485" /><Relationship Type="http://schemas.openxmlformats.org/officeDocument/2006/relationships/notesMaster" Target="/ppt/notesMasters/notesMaster1.xml" Id="R32f8400325be4a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3d0a518c2448d0" /><Relationship Type="http://schemas.openxmlformats.org/officeDocument/2006/relationships/notesMaster" Target="/ppt/notesMasters/notesMaster1.xml" Id="Rb9da3994e5ea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76139a7064f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100e18488f4607" /><Relationship Type="http://schemas.openxmlformats.org/officeDocument/2006/relationships/slideLayout" Target="/ppt/slideLayouts/slideLayout1.xml" Id="R3e3634bffdb843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634bffdb843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1" /><Relationship Type="http://schemas.openxmlformats.org/officeDocument/2006/relationships/notesSlide" Target="/ppt/notesSlides/notesSlide1.xml" Id="Rnotes1" /><Relationship Type="http://schemas.openxmlformats.org/officeDocument/2006/relationships/image" Target="/ppt/media/cm-ssf2-slide1.png" Id="Rimage1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2" /><Relationship Type="http://schemas.openxmlformats.org/officeDocument/2006/relationships/notesSlide" Target="/ppt/notesSlides/notesSlide2.xml" Id="Rnotes2" /><Relationship Type="http://schemas.openxmlformats.org/officeDocument/2006/relationships/image" Target="/ppt/media/cm-ssf2-slide2.png" Id="Rimage2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3" /><Relationship Type="http://schemas.openxmlformats.org/officeDocument/2006/relationships/notesSlide" Target="/ppt/notesSlides/notesSlide3.xml" Id="Rnotes3" /><Relationship Type="http://schemas.openxmlformats.org/officeDocument/2006/relationships/image" Target="/ppt/media/cm-ssf2-slide3.png" Id="Rimage3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4" /><Relationship Type="http://schemas.openxmlformats.org/officeDocument/2006/relationships/notesSlide" Target="/ppt/notesSlides/notesSlide4.xml" Id="Rnotes4" /><Relationship Type="http://schemas.openxmlformats.org/officeDocument/2006/relationships/image" Target="/ppt/media/cm-ssf2-slide4.png" Id="Rimage4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5" /><Relationship Type="http://schemas.openxmlformats.org/officeDocument/2006/relationships/notesSlide" Target="/ppt/notesSlides/notesSlide5.xml" Id="Rnotes5" /><Relationship Type="http://schemas.openxmlformats.org/officeDocument/2006/relationships/image" Target="/ppt/media/cm-ssf2-slide5.png" Id="Rimage5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6" /><Relationship Type="http://schemas.openxmlformats.org/officeDocument/2006/relationships/notesSlide" Target="/ppt/notesSlides/notesSlide6.xml" Id="Rnotes6" /><Relationship Type="http://schemas.openxmlformats.org/officeDocument/2006/relationships/image" Target="/ppt/media/cm-ssf2-slide6.png" Id="Rimage6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7" /><Relationship Type="http://schemas.openxmlformats.org/officeDocument/2006/relationships/notesSlide" Target="/ppt/notesSlides/notesSlide7.xml" Id="Rnotes7" /><Relationship Type="http://schemas.openxmlformats.org/officeDocument/2006/relationships/image" Target="/ppt/media/cm-ssf2-slide7.png" Id="Rimage7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8" /><Relationship Type="http://schemas.openxmlformats.org/officeDocument/2006/relationships/notesSlide" Target="/ppt/notesSlides/notesSlide8.xml" Id="Rnotes8" /><Relationship Type="http://schemas.openxmlformats.org/officeDocument/2006/relationships/image" Target="/ppt/media/cm-ssf2-slide8.png" Id="Rimage8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9" /><Relationship Type="http://schemas.openxmlformats.org/officeDocument/2006/relationships/notesSlide" Target="/ppt/notesSlides/notesSlide9.xml" Id="Rnotes9" /><Relationship Type="http://schemas.openxmlformats.org/officeDocument/2006/relationships/image" Target="/ppt/media/cm-ssf2-slide9.png" Id="Rimage9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layout10" /><Relationship Type="http://schemas.openxmlformats.org/officeDocument/2006/relationships/image" Target="/ppt/media/cm-ssf2-slide10.png" Id="Rimage1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1"/>
          <p:cNvPicPr>
            <a:picLocks noChangeAspect="1"/>
          </p:cNvPicPr>
          <p:nvPr/>
        </p:nvPicPr>
        <p:blipFill>
          <a:blip r:embed="Rimag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2"/>
          <p:cNvPicPr>
            <a:picLocks noChangeAspect="1"/>
          </p:cNvPicPr>
          <p:nvPr/>
        </p:nvPicPr>
        <p:blipFill>
          <a:blip r:embed="Rimage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3"/>
          <p:cNvPicPr>
            <a:picLocks noChangeAspect="1"/>
          </p:cNvPicPr>
          <p:nvPr/>
        </p:nvPicPr>
        <p:blipFill>
          <a:blip r:embed="Rimage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4"/>
          <p:cNvPicPr>
            <a:picLocks noChangeAspect="1"/>
          </p:cNvPicPr>
          <p:nvPr/>
        </p:nvPicPr>
        <p:blipFill>
          <a:blip r:embed="Rimage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5"/>
          <p:cNvPicPr>
            <a:picLocks noChangeAspect="1"/>
          </p:cNvPicPr>
          <p:nvPr/>
        </p:nvPicPr>
        <p:blipFill>
          <a:blip r:embed="Rimage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6"/>
          <p:cNvPicPr>
            <a:picLocks noChangeAspect="1"/>
          </p:cNvPicPr>
          <p:nvPr/>
        </p:nvPicPr>
        <p:blipFill>
          <a:blip r:embed="Rimage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7"/>
          <p:cNvPicPr>
            <a:picLocks noChangeAspect="1"/>
          </p:cNvPicPr>
          <p:nvPr/>
        </p:nvPicPr>
        <p:blipFill>
          <a:blip r:embed="Rimage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8"/>
          <p:cNvPicPr>
            <a:picLocks noChangeAspect="1"/>
          </p:cNvPicPr>
          <p:nvPr/>
        </p:nvPicPr>
        <p:blipFill>
          <a:blip r:embed="Rimage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9"/>
          <p:cNvPicPr>
            <a:picLocks noChangeAspect="1"/>
          </p:cNvPicPr>
          <p:nvPr/>
        </p:nvPicPr>
        <p:blipFill>
          <a:blip r:embed="Rimage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rMandate screenshot demo slide 10"/>
          <p:cNvPicPr>
            <a:picLocks noChangeAspect="1"/>
          </p:cNvPicPr>
          <p:nvPr/>
        </p:nvPicPr>
        <p:blipFill>
          <a:blip r:embed="Rimage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2026-06-11T15:35:16.4590000Z</dcterms:created>
  <dcterms:modified xsi:type="dcterms:W3CDTF">2026-06-11T15:35:16.4590000Z</dcterms:modified>
</coreProperties>
</file>